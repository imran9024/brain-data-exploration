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10789920" cy="1554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3200" b="1">
                <a:solidFill>
                  <a:srgbClr val="5CD2C8"/>
                </a:solidFill>
                <a:latin typeface="Aptos"/>
              </a:defRPr>
            </a:pPr>
            <a:r>
              <a:t>Interactive Visual Analytics for Brain Data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33272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PHASE II — DESIGN, IMPLEMENTATION &amp; 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424160" cy="1554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0">
                <a:solidFill>
                  <a:srgbClr val="DCE4EF"/>
                </a:solidFill>
                <a:latin typeface="Aptos"/>
              </a:defRPr>
            </a:pPr>
            <a:r>
              <a:t>Ayan Ahamad (2410031559)</a:t>
            </a:r>
            <a:br/>
            <a:r>
              <a:t>Imran Ansari (2410031578)</a:t>
            </a:r>
            <a:br/>
            <a:r>
              <a:t>Jagriti Kushwaha (2410031551)</a:t>
            </a:r>
            <a:br/>
            <a:r>
              <a:t>Mohammad Dilshan Khan (2410031469)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4241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AFC2D6"/>
                </a:solidFill>
                <a:latin typeface="Aptos"/>
              </a:defRPr>
            </a:pPr>
            <a:r>
              <a:t>Guide: Dr. Nayantara Kotoky</a:t>
            </a:r>
            <a:br/>
            <a:r>
              <a:t>School of Computer Science and Engineering, IILM University, Greater Noida</a:t>
            </a:r>
            <a:br/>
            <a:r>
              <a:t>B.Tech Major Project |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1. 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Brain-related datasets can be high-dimensional, complex and difficult to interpret using raw tables or static charts.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Phase-I report identifies interactive visual analytics as a way to explore brain data and make patterns easier to understand.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The proposed platform combines data input, preprocessing, visual exploration and a user-friendly interface.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The prototype in this package uses clearly labelled synthetic EEG-like data for demonstration—not real patient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Brain signal and neuroimaging data may contain many observations, channels, variables and time points.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Static outputs make it harder to compare channels, inspect changes over time and explore selected portions of a dataset.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A lightweight interactive environment can support exploratory analysis through filters, signal plots, summary statistics and heatmaps.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The system is an exploration and learning aid; it is not intended to diagnose medical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3. Objectives from Phase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Load and explore brain-related datasets in a structured workflow.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Provide interactive visualizations and filters so users can inspect selected data and parameters.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Support interpretation through time-series plots, frequency-oriented views and heatmaps where appropriate.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Use basic data analysis and, where useful, machine-learning methods to explore patterns or groups.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Keep the interface understandable for students and researchers.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4. Scope &amp;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Initial demonstration: tabular signal data with time and multiple channels.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Core functions: upload CSV, preview records, choose a channel, set a time window, view a signal chart and summary metrics.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Planned extensions: frequency analysis (FFT), correlation heatmap, modality-specific visualizations and reproducible export.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MRI/fMRI/DTI/MEG integration requires modality-specific formats, libraries and validation; it is not claimed as complete.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No clinical diagnosis, treatment recommendation or patient-level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5. Proposed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1. Data input: CSV upload or included synthetic demonstration dataset.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2. Validation: check required time column, numeric channels, missing values and malformed rows.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3. Preprocessing: sort by time, select channels, handle missing values transparently.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4. Analytics: summary statistics, correlation and optional frequency-domain features.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5. Visualization layer: interactive time-series, channel comparison and heatmap.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6. User interface: controls, data preview, findings and exportable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6.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Python: data processing and numerical calculations.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Pandas / NumPy: tabular data handling and numeric operations.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Plotly: interactive charts in the browser prototype.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Streamlit (optional deployment route): rapid dashboard interface if a Python app is preferred.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HTML, CSS and JavaScript version included as a self-contained browser demo; no installation required.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GitHub/GitLab can be used for version control and evidence sharing.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7. Prototype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Open index.html in a modern browser.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Use the built-in synthetic dataset or upload a CSV containing a time column and numeric signal columns.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Select the channel and adjust the displayed time range.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Inspect the time-series chart, summary statistics and correlation heatmap.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Download the currently loaded dataset as CSV.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All sample observations are simulated and must not be reported as experimental clinical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8. Validation &amp; 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Input validation: test valid CSV, missing time column, empty file and non-numeric columns.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Data quality: check missing values, duplicate timestamps and channel count.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Chart validation: compare displayed points with source rows and verify time-window filtering.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Statistics validation: cross-check mean, standard deviation and correlation on small hand-checkable samples.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Usability: ask team members to complete upload, filter, interpret and export tasks; record issues.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Performance: measure load/render time on a stated dataset size and record browser/device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9. Current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Delivered in this package: browser-based prototype with synthetic sample data, CSV upload, channel selection, time-window filter, signal visualization, summary statistics, correlation heatmap and CSV export.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The prototype is a demonstrator; it has not yet been validated on real EEG/MRI/fMRI/MEG datasets.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No quantitative performance benchmarks or user-study results are claimed at this stage.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Next work: run documented test cases, fix defects, add frequency analysis and test with a suitable public 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10. Work Breakdown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Task 1 — Requirements and dataset selection: define supported input schema and evaluation questions.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Task 2 — Data layer: parsing, validation, missing-value reporting and preprocessing.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Task 3 — Visualization: signal chart, channel comparison and correlation heatmap.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Task 4 — Interaction: filters, dataset upload, data preview and export.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Task 5 — Validation: test cases, known-answer checks, usability review and performance measurements.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Task 6 — Documentation: architecture diagram, screenshots, results table, limitations and final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11. Milestones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Milestone A: architecture and input schema approved by guide.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Milestone B: core prototype runs locally and supports the sample dataset.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Milestone C: CSV validation and visualization test cases completed.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Milestone D: at least one suitable public dataset tested, with source and license documented.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Milestone E: screenshots, test log, findings and updated report prepared.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Evidence to share: source code repository, demo video, screenshots, architecture document and testing 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12. Risks, Ethics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Different brain-data modalities use different formats and require separate processing workflows.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Synthetic signals are useful for interface testing but cannot validate scientific or clinical usefulness.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Public datasets must be checked for license, provenance, privacy and documentation.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Visual patterns may be misleading if axes, filtering or missing-data handling are not clearly shown.</a:t>
            </a:r>
          </a:p>
          <a:p>
            <a:pPr>
              <a:spcAft>
                <a:spcPts val="1300"/>
              </a:spcAft>
              <a:defRPr sz="1800">
                <a:solidFill>
                  <a:srgbClr val="EFF3F9"/>
                </a:solidFill>
                <a:latin typeface="Aptos"/>
              </a:defRPr>
            </a:pPr>
            <a:r>
              <a:t>•  The tool is for exploratory visualization only and must not be presented as a diagnostic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13. Expected Phase-II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A working exploratory prototype with documented input requirements.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System architecture and data-flow diagram.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Test-case table with expected and observed outcomes.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Evidence package: screenshots, test log, dataset citation and short demonstration video.</a:t>
            </a:r>
          </a:p>
          <a:p>
            <a:pPr>
              <a:spcAft>
                <a:spcPts val="1300"/>
              </a:spcAft>
              <a:defRPr sz="1900">
                <a:solidFill>
                  <a:srgbClr val="EFF3F9"/>
                </a:solidFill>
                <a:latin typeface="Aptos"/>
              </a:defRPr>
            </a:pPr>
            <a:r>
              <a:t>•  Updated technical report with implemented features, limitations and future scope.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5CD2C8"/>
                </a:solidFill>
                <a:latin typeface="Aptos"/>
              </a:defRPr>
            </a:pPr>
            <a:r>
              <a:t>14.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FF3F9"/>
                </a:solidFill>
                <a:latin typeface="Aptos"/>
              </a:defRPr>
            </a:pPr>
            <a:r>
              <a:t>•  Phase II converts the Phase-I objectives into a testable design and an incremental prototype.</a:t>
            </a:r>
          </a:p>
          <a:p>
            <a:pPr>
              <a:spcAft>
                <a:spcPts val="1300"/>
              </a:spcAft>
              <a:defRPr sz="2000">
                <a:solidFill>
                  <a:srgbClr val="EFF3F9"/>
                </a:solidFill>
                <a:latin typeface="Aptos"/>
              </a:defRPr>
            </a:pPr>
            <a:r>
              <a:t>•  The first implementation focuses on structured signal exploration and transparent visualization.</a:t>
            </a:r>
          </a:p>
          <a:p>
            <a:pPr>
              <a:spcAft>
                <a:spcPts val="1300"/>
              </a:spcAft>
              <a:defRPr sz="2000">
                <a:solidFill>
                  <a:srgbClr val="EFF3F9"/>
                </a:solidFill>
                <a:latin typeface="Aptos"/>
              </a:defRPr>
            </a:pPr>
            <a:r>
              <a:t>•  Validation will be based on recorded test results—not assumptions or expected results.</a:t>
            </a:r>
          </a:p>
          <a:p>
            <a:pPr>
              <a:spcAft>
                <a:spcPts val="1300"/>
              </a:spcAft>
              <a:defRPr sz="2000">
                <a:solidFill>
                  <a:srgbClr val="EFF3F9"/>
                </a:solidFill>
                <a:latin typeface="Aptos"/>
              </a:defRPr>
            </a:pPr>
            <a:r>
              <a:t>•  Future extensions depend on successful testing and suitable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