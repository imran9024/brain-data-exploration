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Interactive Visual Analytics</a:t>
            </a:r>
          </a:p>
          <a:p>
            <a:r>
              <a:t>for Brain Data Exploration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Phase-II Project Presentation | B.Tech CSE | IILM University |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Browser-based dashboard for structured multi-channel signal data</a:t>
            </a:r>
          </a:p>
          <a:p>
            <a:pPr>
              <a:defRPr sz="2100"/>
            </a:pPr>
            <a:r>
              <a:t>Focus: loading, filtering, visualization and descriptive analysis</a:t>
            </a:r>
          </a:p>
          <a:p>
            <a:pPr>
              <a:defRPr sz="2100"/>
            </a:pPr>
            <a:r>
              <a:t>Designed as an academic prototype for Phase-II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Brain-signal data can be difficult to inspect across separate tools</a:t>
            </a:r>
          </a:p>
          <a:p>
            <a:pPr>
              <a:defRPr sz="2100"/>
            </a:pPr>
            <a:r>
              <a:t>Students need a clear workflow to preview channels and basic statistics</a:t>
            </a:r>
          </a:p>
          <a:p>
            <a:pPr>
              <a:defRPr sz="2100"/>
            </a:pPr>
            <a:r>
              <a:t>A lightweight dashboard can make initial exploration more approachable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Load numeric signal data from CSV</a:t>
            </a:r>
          </a:p>
          <a:p>
            <a:pPr>
              <a:defRPr sz="2100"/>
            </a:pPr>
            <a:r>
              <a:t>Select channels and sample range</a:t>
            </a:r>
          </a:p>
          <a:p>
            <a:pPr>
              <a:defRPr sz="2100"/>
            </a:pPr>
            <a:r>
              <a:t>Visualize selected signals</a:t>
            </a:r>
          </a:p>
          <a:p>
            <a:pPr>
              <a:defRPr sz="2100"/>
            </a:pPr>
            <a:r>
              <a:t>Calculate descriptive statistics</a:t>
            </a:r>
          </a:p>
          <a:p>
            <a:pPr>
              <a:defRPr sz="2100"/>
            </a:pPr>
            <a:r>
              <a:t>Explore pairwise correlation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of Current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CSV time-series workflow</a:t>
            </a:r>
          </a:p>
          <a:p>
            <a:pPr>
              <a:defRPr sz="2100"/>
            </a:pPr>
            <a:r>
              <a:t>Local browser processing</a:t>
            </a:r>
          </a:p>
          <a:p>
            <a:pPr>
              <a:defRPr sz="2100"/>
            </a:pPr>
            <a:r>
              <a:t>Canvas signal chart and correlation heatmap</a:t>
            </a:r>
          </a:p>
          <a:p>
            <a:pPr>
              <a:defRPr sz="2100"/>
            </a:pPr>
            <a:r>
              <a:t>No backend, clinical interpretation, or specialist MRI/fMRI/MEG/DTI processing yet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User → Browser UI → CSV parser → In-memory data</a:t>
            </a:r>
          </a:p>
          <a:p>
            <a:pPr>
              <a:defRPr sz="2100"/>
            </a:pPr>
            <a:r>
              <a:t>Channel and sample-window filters drive all views</a:t>
            </a:r>
          </a:p>
          <a:p>
            <a:pPr>
              <a:defRPr sz="2100"/>
            </a:pPr>
            <a:r>
              <a:t>Outputs: signal chart, statistics, correlation heatmap, preview and CSV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HTML5 and CSS3</a:t>
            </a:r>
          </a:p>
          <a:p>
            <a:pPr>
              <a:defRPr sz="2100"/>
            </a:pPr>
            <a:r>
              <a:t>Vanilla JavaScript</a:t>
            </a:r>
          </a:p>
          <a:p>
            <a:pPr>
              <a:defRPr sz="2100"/>
            </a:pPr>
            <a:r>
              <a:t>Canvas API for signal plotting</a:t>
            </a:r>
          </a:p>
          <a:p>
            <a:pPr>
              <a:defRPr sz="2100"/>
            </a:pPr>
            <a:r>
              <a:t>Python standard library for CSV format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Open app/index.html in a modern browser</a:t>
            </a:r>
          </a:p>
          <a:p>
            <a:pPr>
              <a:defRPr sz="2100"/>
            </a:pPr>
            <a:r>
              <a:t>Review synthetic demo signals</a:t>
            </a:r>
          </a:p>
          <a:p>
            <a:pPr>
              <a:defRPr sz="2100"/>
            </a:pPr>
            <a:r>
              <a:t>Toggle channels and change sample window</a:t>
            </a:r>
          </a:p>
          <a:p>
            <a:pPr>
              <a:defRPr sz="2100"/>
            </a:pPr>
            <a:r>
              <a:t>Switch raw / centered / z-score display</a:t>
            </a:r>
          </a:p>
          <a:p>
            <a:pPr>
              <a:defRPr sz="2100"/>
            </a:pPr>
            <a:r>
              <a:t>Upload a CSV and export the selected window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CSV format checks are included in tests/</a:t>
            </a:r>
          </a:p>
          <a:p>
            <a:pPr>
              <a:defRPr sz="2100"/>
            </a:pPr>
            <a:r>
              <a:t>Manually verify page load, channels, filters, upload and export</a:t>
            </a:r>
          </a:p>
          <a:p>
            <a:pPr>
              <a:defRPr sz="2100"/>
            </a:pPr>
            <a:r>
              <a:t>Record observed results and screenshots after actual execution</a:t>
            </a:r>
          </a:p>
          <a:p>
            <a:pPr>
              <a:defRPr sz="2100"/>
            </a:pPr>
            <a:r>
              <a:t>Test with a documented, appropriately licensed research dataset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Responsible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Bundled data is synthetic—not real patient data</a:t>
            </a:r>
          </a:p>
          <a:p>
            <a:pPr>
              <a:defRPr sz="2100"/>
            </a:pPr>
            <a:r>
              <a:t>Do not use the dashboard for diagnosis or treatment decisions</a:t>
            </a:r>
          </a:p>
          <a:p>
            <a:pPr>
              <a:defRPr sz="2100"/>
            </a:pPr>
            <a:r>
              <a:t>Document source, licence, units and preprocessing for any real dataset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M1: Confirm objectives and scope with supervisor</a:t>
            </a:r>
          </a:p>
          <a:p>
            <a:pPr>
              <a:defRPr sz="2100"/>
            </a:pPr>
            <a:r>
              <a:t>M2: Obtain architecture approval</a:t>
            </a:r>
          </a:p>
          <a:p>
            <a:pPr>
              <a:defRPr sz="2100"/>
            </a:pPr>
            <a:r>
              <a:t>M3: Verify browser prototype</a:t>
            </a:r>
          </a:p>
          <a:p>
            <a:pPr>
              <a:defRPr sz="2100"/>
            </a:pPr>
            <a:r>
              <a:t>M4: Record test evidence</a:t>
            </a:r>
          </a:p>
          <a:p>
            <a:pPr>
              <a:defRPr sz="2100"/>
            </a:pPr>
            <a:r>
              <a:t>M5: Evaluate a suitable research dataset</a:t>
            </a:r>
          </a:p>
          <a:p>
            <a:pPr>
              <a:defRPr sz="2100"/>
            </a:pPr>
            <a:r>
              <a:t>M6: Update report and final demo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Specialized MRI/fMRI/MEG/DTI workflows remain future work</a:t>
            </a:r>
          </a:p>
          <a:p>
            <a:pPr>
              <a:defRPr sz="2100"/>
            </a:pPr>
            <a:r>
              <a:t>Improve CSV validation and error handling</a:t>
            </a:r>
          </a:p>
          <a:p>
            <a:pPr>
              <a:defRPr sz="2100"/>
            </a:pPr>
            <a:r>
              <a:t>Consider modular source files and more robust analysis</a:t>
            </a:r>
          </a:p>
          <a:p>
            <a:pPr>
              <a:defRPr sz="2100"/>
            </a:pPr>
            <a:r>
              <a:t>Add real dataset evidence only after testing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Browser prototype: app/index.html</a:t>
            </a:r>
          </a:p>
          <a:p>
            <a:pPr>
              <a:defRPr sz="2100"/>
            </a:pPr>
            <a:r>
              <a:t>Technical report and this presentation in docs/</a:t>
            </a:r>
          </a:p>
          <a:p>
            <a:pPr>
              <a:defRPr sz="2100"/>
            </a:pPr>
            <a:r>
              <a:t>Architecture, project plan and testing plan</a:t>
            </a:r>
          </a:p>
          <a:p>
            <a:pPr>
              <a:defRPr sz="2100"/>
            </a:pPr>
            <a:r>
              <a:t>Synthetic sample CSV and automated format tests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A working starting point for interactive time-series exploration</a:t>
            </a:r>
          </a:p>
          <a:p>
            <a:pPr>
              <a:defRPr sz="2100"/>
            </a:pPr>
            <a:r>
              <a:t>Next priority: supervisor feedback, actual browser testing and research-data evaluation</a:t>
            </a:r>
          </a:p>
          <a:p>
            <a:pPr>
              <a:defRPr sz="2100"/>
            </a:pPr>
            <a:r>
              <a:t>No clinical or real-data validation is claimed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